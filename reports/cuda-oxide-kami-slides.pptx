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076688" cy="568756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>
                <a:solidFill>
                  <a:srgbClr val="141413"/>
                </a:solidFill>
                <a:latin typeface="Songti SC"/>
              </a:defRPr>
            </a:pPr>
            <a:r>
              <a:t>NVIDIA cuda-oxide 技术项目调研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4E49"/>
                </a:solidFill>
                <a:latin typeface="Songti SC"/>
              </a:defRPr>
            </a:pPr>
            <a:r>
              <a:t>Rust-to-CUDA 编译器项目的架构、成熟度和采用边界。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6A64"/>
                </a:solidFill>
                <a:latin typeface="Songti SC"/>
              </a:defRPr>
            </a:pPr>
            <a:r>
              <a:t>muclover · 2026.05.11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01 · 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3"/>
                </a:solidFill>
                <a:latin typeface="Songti SC"/>
              </a:defRPr>
            </a:pPr>
            <a:r>
              <a:t>cuda-oxide 值得做 PoC，但不该直接进生产关键路径。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D3D3A"/>
                </a:solidFill>
                <a:latin typeface="Songti SC"/>
              </a:defRPr>
            </a:pPr>
            <a:r>
              <a:t>v0.1.0 仍是 early alpha。适合技术战略、GPU compiler 和 Rust infra 团队验证，不适合替代 CUDA C++/Triton 主路径。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CUDA-OXIDE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02 · 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3"/>
                </a:solidFill>
                <a:latin typeface="Songti SC"/>
              </a:defRPr>
            </a:pPr>
            <a:r>
              <a:t>它解决的是 Rust device kernel，而不是 Rust host binding。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D3D3A"/>
                </a:solidFill>
                <a:latin typeface="Songti SC"/>
              </a:defRPr>
            </a:pPr>
            <a:r>
              <a:t>cudarc 让 Rust 调 CUDA Driver API；cuda-oxide 试图让 Rust 代码经过 rustc、MIR、Pliron、LLVM NVPTX 生成 PTX。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CUDA-OXIDE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03 · 增量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3"/>
                </a:solidFill>
                <a:latin typeface="Songti SC"/>
              </a:defRPr>
            </a:pPr>
            <a:r>
              <a:t>Rust 的价值来自类型约束、工程统一和 unsafe 边界。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D3D3A"/>
                </a:solidFill>
                <a:latin typeface="Songti SC"/>
              </a:defRPr>
            </a:pPr>
            <a:r>
              <a:t>ThreadIndex + DisjointSlice 把“每线程写不同槽位”做成 API 约束；Cargo 统一 host/device；高级硬件能力留给显式 unsafe。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CUDA-OXIDE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04 ·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3"/>
                </a:solidFill>
                <a:latin typeface="Songti SC"/>
              </a:defRPr>
            </a:pPr>
            <a:r>
              <a:t>项目的护城河在编译链，而不是单个 crate。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D3D3A"/>
                </a:solidFill>
                <a:latin typeface="Songti SC"/>
              </a:defRPr>
            </a:pPr>
            <a:r>
              <a:t>proc macro 标记 kernel；rustc backend 收集 device call graph；Stable MIR 进入 Pliron；LLVM NVPTX 输出 PTX。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CUDA-OXIDE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05 · 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3"/>
                </a:solidFill>
                <a:latin typeface="Songti SC"/>
              </a:defRPr>
            </a:pPr>
            <a:r>
              <a:t>它已经超过 demo，但离生产 compiler 还很远。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D3D3A"/>
                </a:solidFill>
                <a:latin typeface="Songti SC"/>
              </a:defRPr>
            </a:pPr>
            <a:r>
              <a:t>已有 workspace、46 个示例、feature matrix、CI、cargo subcommand 和诊断命令；同时依赖 nightly、rustc_private、LLVM 21+ 和 CUDA Toolkit。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CUDA-OXIDE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06 · 竞品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3"/>
                </a:solidFill>
                <a:latin typeface="Songti SC"/>
              </a:defRPr>
            </a:pPr>
            <a:r>
              <a:t>Triton 和 TileLang 仍更适合快速写 AI 算子。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D3D3A"/>
                </a:solidFill>
                <a:latin typeface="Songti SC"/>
              </a:defRPr>
            </a:pPr>
            <a:r>
              <a:t>matmul、attention、dequant、pipeline、autotune 更贴近 DSL/tile-level 框架；cuda-oxide 更适合 Rust-first + CUDA SIMT 完整控制。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CUDA-OXIDE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07 ·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3"/>
                </a:solidFill>
                <a:latin typeface="Songti SC"/>
              </a:defRPr>
            </a:pPr>
            <a:r>
              <a:t>最大的风险不是语法，而是工具链和 soundness。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D3D3A"/>
                </a:solidFill>
                <a:latin typeface="Songti SC"/>
              </a:defRPr>
            </a:pPr>
            <a:r>
              <a:t>错误可能来自 rustc、macro、MIR lowering、Pliron、LLVM IR、llc、PTX 和 CUDA runtime；`index_2d(row_stride)` 已记录 soundness gap。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CUDA-OXIDE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08 · 厂商启示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3"/>
                </a:solidFill>
                <a:latin typeface="Songti SC"/>
              </a:defRPr>
            </a:pPr>
            <a:r>
              <a:t>NPU 厂商应建设语言入口，而不是照抄 CUDA 语法。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D3D3A"/>
                </a:solidFill>
                <a:latin typeface="Songti SC"/>
              </a:defRPr>
            </a:pPr>
            <a:r>
              <a:t>短期优先 Rust host runtime、driver binding、算子辅助库、IR pass、debug tooling 和安全 kernel API。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CUDA-OXIDE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09 · 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3"/>
                </a:solidFill>
                <a:latin typeface="Songti SC"/>
              </a:defRPr>
            </a:pPr>
            <a:r>
              <a:t>下一步只需要一个小 PoC，而不是平台迁移。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D3D3A"/>
                </a:solidFill>
                <a:latin typeface="Songti SC"/>
              </a:defRPr>
            </a:pPr>
            <a:r>
              <a:t>先复现 doctor/run/pipeline，再迁移非关键 kernel，最后比较性能、unsafe 范围、CI、容器化和 license/nightly pin。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CUDA-OXIDE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6A64"/>
                </a:solidFill>
                <a:latin typeface="Songti S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